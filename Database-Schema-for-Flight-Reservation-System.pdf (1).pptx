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6515100"/>
  <p:notesSz cx="6858000" cy="9144000"/>
  <p:embeddedFontLst>
    <p:embeddedFont>
      <p:font typeface="Prata" charset="1" panose="00000500000000000000"/>
      <p:regular r:id="rId14"/>
    </p:embeddedFont>
    <p:embeddedFont>
      <p:font typeface="Raleway" charset="1" panose="00000000000000000000"/>
      <p:regular r:id="rId15"/>
    </p:embeddedFont>
    <p:embeddedFont>
      <p:font typeface="Raleway Bold" charset="1" panose="00000000000000000000"/>
      <p:regular r:id="rId16"/>
    </p:embeddedFont>
    <p:embeddedFont>
      <p:font typeface="Open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38089" y="2031059"/>
            <a:ext cx="6057309" cy="207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Database Schema for Flight Reservation System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áäpìpµøaø ¾µ ¾Āø« µpì ø p jaøabaìp ìc p³a  ¾ä a c¾³áäp pµì ėp  «   ø äpìpäėaø ¾µ ìĞìøp³. Wp Ę «« pĝá«¾äp ø p ìøäĀcøĀäp ¾  øab«pì jpì  µpj ø¾ ³aµa p  «   øì, áaììpµ päì, aµj äpìpäėaø ¾µì, pµìĀä µ  p   c pµø aµj ìpcĀäp jaøa  aµj« µ   ¾ä a«« ¾ápäaø ¾µì.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1556997" cy="6565897"/>
            <a:chOff x="0" y="0"/>
            <a:chExt cx="11557000" cy="656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035675" y="23590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035675" y="269240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035675" y="302577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35675" y="336867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35675" y="370205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035675" y="40354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035675" y="436880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035675" y="470217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035675" y="503555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CFCBB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00075" y="713289"/>
            <a:ext cx="7852943" cy="5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Flights Table: Core Flight Information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1713957"/>
            <a:ext cx="4751175" cy="123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Table Structure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flights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 ìø¾äpì pììpµø a« jpøa «ì  ¾ä pac   «   ø. Iø  µc«Ājpì a Āµ ãĀp  «   ø ID,  «   ø µĀ³bpä, a ä« µp, jpáaäøĀäp </a:t>
            </a:r>
          </a:p>
          <a:p>
            <a:pPr algn="l">
              <a:lnSpc>
                <a:spcPts val="27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aµj jpìø µaø ¾µ «¾caø ¾µì, aµj ìc pjĀ«pj ø ³pì.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33627" y="1713957"/>
            <a:ext cx="1478613" cy="29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Key Attributes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7776" y="2150021"/>
            <a:ext cx="3088700" cy="293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 «   ø_ j (Pä ³aäĞ KpĞ, AĀø¾- µcäp³pµø)</a:t>
            </a:r>
          </a:p>
          <a:p>
            <a:pPr algn="l">
              <a:lnSpc>
                <a:spcPts val="6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 «   ø_µĀ³bpä (Uµ ãĀp, N¾ø NĀ««) a ä« µp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jpáaäøĀäp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jpìø µaø ¾µ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jpáaäøĀäp_ø ³p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aää ėa«_ø ³p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aėa «ab«p_ìpaøì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áä cp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075" y="5236121"/>
            <a:ext cx="8917753" cy="37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øab«p  ì cäĀc a«  ¾ä ³aµa  µ   «   ø aėa «ab « øĞ aµj áä c µ ,  ¾ä³ µ  ø p bac¨b¾µp ¾  ø p äpìpäėaø ¾µ ìĞìøp³.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822822" y="1889122"/>
            <a:ext cx="517522" cy="507997"/>
            <a:chOff x="0" y="0"/>
            <a:chExt cx="517525" cy="50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390525" cy="381000"/>
            </a:xfrm>
            <a:custGeom>
              <a:avLst/>
              <a:gdLst/>
              <a:ahLst/>
              <a:cxnLst/>
              <a:rect r="r" b="b" t="t" l="l"/>
              <a:pathLst>
                <a:path h="381000" w="390525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223"/>
                  </a:cubicBezTo>
                  <a:cubicBezTo>
                    <a:pt x="386334" y="8128"/>
                    <a:pt x="387858" y="10541"/>
                    <a:pt x="388874" y="13208"/>
                  </a:cubicBezTo>
                  <a:cubicBezTo>
                    <a:pt x="389890" y="15875"/>
                    <a:pt x="390525" y="18542"/>
                    <a:pt x="390525" y="21463"/>
                  </a:cubicBezTo>
                  <a:lnTo>
                    <a:pt x="390525" y="359537"/>
                  </a:lnTo>
                  <a:cubicBezTo>
                    <a:pt x="390525" y="362331"/>
                    <a:pt x="390017" y="365125"/>
                    <a:pt x="388874" y="367665"/>
                  </a:cubicBezTo>
                  <a:cubicBezTo>
                    <a:pt x="387731" y="370205"/>
                    <a:pt x="386207" y="372618"/>
                    <a:pt x="384302" y="374650"/>
                  </a:cubicBezTo>
                  <a:cubicBezTo>
                    <a:pt x="382397" y="376682"/>
                    <a:pt x="379984" y="378206"/>
                    <a:pt x="377317" y="379349"/>
                  </a:cubicBezTo>
                  <a:cubicBezTo>
                    <a:pt x="374650" y="380492"/>
                    <a:pt x="371983" y="381000"/>
                    <a:pt x="369062" y="381000"/>
                  </a:cubicBezTo>
                  <a:lnTo>
                    <a:pt x="21463" y="381000"/>
                  </a:lnTo>
                  <a:cubicBezTo>
                    <a:pt x="18669" y="381000"/>
                    <a:pt x="15875" y="380492"/>
                    <a:pt x="13208" y="379349"/>
                  </a:cubicBezTo>
                  <a:cubicBezTo>
                    <a:pt x="10541" y="378206"/>
                    <a:pt x="8255" y="376682"/>
                    <a:pt x="6223" y="374650"/>
                  </a:cubicBezTo>
                  <a:cubicBezTo>
                    <a:pt x="4191" y="372618"/>
                    <a:pt x="2667" y="370332"/>
                    <a:pt x="1651" y="367665"/>
                  </a:cubicBezTo>
                  <a:cubicBezTo>
                    <a:pt x="635" y="364998"/>
                    <a:pt x="0" y="362458"/>
                    <a:pt x="0" y="359537"/>
                  </a:cubicBezTo>
                </a:path>
              </a:pathLst>
            </a:custGeom>
            <a:solidFill>
              <a:srgbClr val="3A3B3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41478" y="131191"/>
              <a:ext cx="224917" cy="257429"/>
            </a:xfrm>
            <a:custGeom>
              <a:avLst/>
              <a:gdLst/>
              <a:ahLst/>
              <a:cxnLst/>
              <a:rect r="r" b="b" t="t" l="l"/>
              <a:pathLst>
                <a:path h="257429" w="224917">
                  <a:moveTo>
                    <a:pt x="160782" y="64516"/>
                  </a:moveTo>
                  <a:cubicBezTo>
                    <a:pt x="160782" y="58166"/>
                    <a:pt x="159512" y="51943"/>
                    <a:pt x="157099" y="46101"/>
                  </a:cubicBezTo>
                  <a:cubicBezTo>
                    <a:pt x="154686" y="40259"/>
                    <a:pt x="151130" y="34925"/>
                    <a:pt x="146685" y="30480"/>
                  </a:cubicBezTo>
                  <a:cubicBezTo>
                    <a:pt x="142240" y="26035"/>
                    <a:pt x="136906" y="22479"/>
                    <a:pt x="131064" y="20066"/>
                  </a:cubicBezTo>
                  <a:cubicBezTo>
                    <a:pt x="125222" y="17653"/>
                    <a:pt x="118999" y="16383"/>
                    <a:pt x="112649" y="16383"/>
                  </a:cubicBezTo>
                  <a:cubicBezTo>
                    <a:pt x="106299" y="16383"/>
                    <a:pt x="100076" y="17653"/>
                    <a:pt x="94234" y="20066"/>
                  </a:cubicBezTo>
                  <a:cubicBezTo>
                    <a:pt x="88392" y="22479"/>
                    <a:pt x="83058" y="26035"/>
                    <a:pt x="78613" y="30480"/>
                  </a:cubicBezTo>
                  <a:cubicBezTo>
                    <a:pt x="74168" y="34925"/>
                    <a:pt x="70612" y="40259"/>
                    <a:pt x="68199" y="46101"/>
                  </a:cubicBezTo>
                  <a:cubicBezTo>
                    <a:pt x="65786" y="51943"/>
                    <a:pt x="64516" y="58166"/>
                    <a:pt x="64516" y="64516"/>
                  </a:cubicBezTo>
                  <a:cubicBezTo>
                    <a:pt x="64516" y="70866"/>
                    <a:pt x="65786" y="77089"/>
                    <a:pt x="68199" y="82931"/>
                  </a:cubicBezTo>
                  <a:cubicBezTo>
                    <a:pt x="70612" y="88773"/>
                    <a:pt x="74168" y="94107"/>
                    <a:pt x="78613" y="98552"/>
                  </a:cubicBezTo>
                  <a:cubicBezTo>
                    <a:pt x="83058" y="102997"/>
                    <a:pt x="88392" y="106553"/>
                    <a:pt x="94234" y="108966"/>
                  </a:cubicBezTo>
                  <a:cubicBezTo>
                    <a:pt x="100076" y="111379"/>
                    <a:pt x="106299" y="112649"/>
                    <a:pt x="112649" y="112649"/>
                  </a:cubicBezTo>
                  <a:cubicBezTo>
                    <a:pt x="118999" y="112649"/>
                    <a:pt x="125222" y="111379"/>
                    <a:pt x="131064" y="108966"/>
                  </a:cubicBezTo>
                  <a:cubicBezTo>
                    <a:pt x="136906" y="106553"/>
                    <a:pt x="142240" y="102997"/>
                    <a:pt x="146685" y="98552"/>
                  </a:cubicBezTo>
                  <a:cubicBezTo>
                    <a:pt x="151130" y="94107"/>
                    <a:pt x="154686" y="88773"/>
                    <a:pt x="157099" y="82931"/>
                  </a:cubicBezTo>
                  <a:cubicBezTo>
                    <a:pt x="159512" y="77089"/>
                    <a:pt x="160782" y="70866"/>
                    <a:pt x="160782" y="64516"/>
                  </a:cubicBezTo>
                  <a:close/>
                  <a:moveTo>
                    <a:pt x="48260" y="64516"/>
                  </a:moveTo>
                  <a:cubicBezTo>
                    <a:pt x="48260" y="60325"/>
                    <a:pt x="48641" y="56134"/>
                    <a:pt x="49530" y="51943"/>
                  </a:cubicBezTo>
                  <a:cubicBezTo>
                    <a:pt x="50419" y="47752"/>
                    <a:pt x="51562" y="43815"/>
                    <a:pt x="53213" y="39878"/>
                  </a:cubicBezTo>
                  <a:cubicBezTo>
                    <a:pt x="54864" y="35941"/>
                    <a:pt x="56769" y="32258"/>
                    <a:pt x="59182" y="28702"/>
                  </a:cubicBezTo>
                  <a:cubicBezTo>
                    <a:pt x="61595" y="25146"/>
                    <a:pt x="64135" y="21971"/>
                    <a:pt x="67183" y="18923"/>
                  </a:cubicBezTo>
                  <a:cubicBezTo>
                    <a:pt x="70231" y="15875"/>
                    <a:pt x="73406" y="13208"/>
                    <a:pt x="76962" y="10922"/>
                  </a:cubicBezTo>
                  <a:cubicBezTo>
                    <a:pt x="80518" y="8636"/>
                    <a:pt x="84201" y="6604"/>
                    <a:pt x="88138" y="4953"/>
                  </a:cubicBezTo>
                  <a:cubicBezTo>
                    <a:pt x="92075" y="3302"/>
                    <a:pt x="96012" y="2159"/>
                    <a:pt x="100203" y="1270"/>
                  </a:cubicBezTo>
                  <a:cubicBezTo>
                    <a:pt x="104394" y="381"/>
                    <a:pt x="108458" y="0"/>
                    <a:pt x="112776" y="0"/>
                  </a:cubicBezTo>
                  <a:cubicBezTo>
                    <a:pt x="117094" y="0"/>
                    <a:pt x="121158" y="381"/>
                    <a:pt x="125349" y="1270"/>
                  </a:cubicBezTo>
                  <a:cubicBezTo>
                    <a:pt x="129540" y="2159"/>
                    <a:pt x="133477" y="3302"/>
                    <a:pt x="137414" y="4953"/>
                  </a:cubicBezTo>
                  <a:cubicBezTo>
                    <a:pt x="141351" y="6604"/>
                    <a:pt x="145034" y="8509"/>
                    <a:pt x="148590" y="10922"/>
                  </a:cubicBezTo>
                  <a:cubicBezTo>
                    <a:pt x="152146" y="13335"/>
                    <a:pt x="155321" y="15875"/>
                    <a:pt x="158369" y="18923"/>
                  </a:cubicBezTo>
                  <a:cubicBezTo>
                    <a:pt x="161417" y="21971"/>
                    <a:pt x="163957" y="25146"/>
                    <a:pt x="166370" y="28702"/>
                  </a:cubicBezTo>
                  <a:cubicBezTo>
                    <a:pt x="168783" y="32258"/>
                    <a:pt x="170688" y="35941"/>
                    <a:pt x="172339" y="39878"/>
                  </a:cubicBezTo>
                  <a:cubicBezTo>
                    <a:pt x="173990" y="43815"/>
                    <a:pt x="175133" y="47752"/>
                    <a:pt x="176022" y="51943"/>
                  </a:cubicBezTo>
                  <a:cubicBezTo>
                    <a:pt x="176911" y="56134"/>
                    <a:pt x="177292" y="60325"/>
                    <a:pt x="177292" y="64516"/>
                  </a:cubicBezTo>
                  <a:cubicBezTo>
                    <a:pt x="177292" y="68707"/>
                    <a:pt x="176911" y="72898"/>
                    <a:pt x="176022" y="77089"/>
                  </a:cubicBezTo>
                  <a:cubicBezTo>
                    <a:pt x="175133" y="81280"/>
                    <a:pt x="173990" y="85217"/>
                    <a:pt x="172339" y="89154"/>
                  </a:cubicBezTo>
                  <a:cubicBezTo>
                    <a:pt x="170688" y="93091"/>
                    <a:pt x="168783" y="96774"/>
                    <a:pt x="166370" y="100330"/>
                  </a:cubicBezTo>
                  <a:cubicBezTo>
                    <a:pt x="163957" y="103886"/>
                    <a:pt x="161417" y="107061"/>
                    <a:pt x="158369" y="110109"/>
                  </a:cubicBezTo>
                  <a:cubicBezTo>
                    <a:pt x="155321" y="113157"/>
                    <a:pt x="152146" y="115824"/>
                    <a:pt x="148590" y="118110"/>
                  </a:cubicBezTo>
                  <a:cubicBezTo>
                    <a:pt x="145034" y="120396"/>
                    <a:pt x="141351" y="122428"/>
                    <a:pt x="137414" y="124079"/>
                  </a:cubicBezTo>
                  <a:cubicBezTo>
                    <a:pt x="133477" y="125730"/>
                    <a:pt x="129540" y="126873"/>
                    <a:pt x="125349" y="127762"/>
                  </a:cubicBezTo>
                  <a:cubicBezTo>
                    <a:pt x="121158" y="128651"/>
                    <a:pt x="116967" y="129032"/>
                    <a:pt x="112776" y="129032"/>
                  </a:cubicBezTo>
                  <a:cubicBezTo>
                    <a:pt x="108585" y="129032"/>
                    <a:pt x="104394" y="128651"/>
                    <a:pt x="100203" y="127762"/>
                  </a:cubicBezTo>
                  <a:cubicBezTo>
                    <a:pt x="96012" y="126873"/>
                    <a:pt x="92075" y="125730"/>
                    <a:pt x="88138" y="124079"/>
                  </a:cubicBezTo>
                  <a:cubicBezTo>
                    <a:pt x="84201" y="122428"/>
                    <a:pt x="80518" y="120523"/>
                    <a:pt x="76962" y="118110"/>
                  </a:cubicBezTo>
                  <a:cubicBezTo>
                    <a:pt x="73406" y="115697"/>
                    <a:pt x="70231" y="113030"/>
                    <a:pt x="67183" y="110109"/>
                  </a:cubicBezTo>
                  <a:cubicBezTo>
                    <a:pt x="64135" y="107188"/>
                    <a:pt x="61468" y="103886"/>
                    <a:pt x="59182" y="100330"/>
                  </a:cubicBezTo>
                  <a:cubicBezTo>
                    <a:pt x="56896" y="96774"/>
                    <a:pt x="54864" y="93091"/>
                    <a:pt x="53213" y="89154"/>
                  </a:cubicBezTo>
                  <a:cubicBezTo>
                    <a:pt x="51562" y="85217"/>
                    <a:pt x="50419" y="81280"/>
                    <a:pt x="49530" y="77089"/>
                  </a:cubicBezTo>
                  <a:cubicBezTo>
                    <a:pt x="48641" y="72898"/>
                    <a:pt x="48260" y="68834"/>
                    <a:pt x="48260" y="64516"/>
                  </a:cubicBezTo>
                  <a:close/>
                  <a:moveTo>
                    <a:pt x="16129" y="241300"/>
                  </a:moveTo>
                  <a:lnTo>
                    <a:pt x="208915" y="241300"/>
                  </a:lnTo>
                  <a:cubicBezTo>
                    <a:pt x="208280" y="201295"/>
                    <a:pt x="175641" y="168910"/>
                    <a:pt x="135382" y="168910"/>
                  </a:cubicBezTo>
                  <a:lnTo>
                    <a:pt x="89535" y="168910"/>
                  </a:lnTo>
                  <a:cubicBezTo>
                    <a:pt x="49403" y="168910"/>
                    <a:pt x="16764" y="201168"/>
                    <a:pt x="16002" y="241300"/>
                  </a:cubicBezTo>
                  <a:close/>
                  <a:moveTo>
                    <a:pt x="0" y="242443"/>
                  </a:moveTo>
                  <a:cubicBezTo>
                    <a:pt x="0" y="192913"/>
                    <a:pt x="40132" y="152908"/>
                    <a:pt x="89535" y="152908"/>
                  </a:cubicBezTo>
                  <a:lnTo>
                    <a:pt x="135382" y="152908"/>
                  </a:lnTo>
                  <a:cubicBezTo>
                    <a:pt x="184912" y="152908"/>
                    <a:pt x="224917" y="193040"/>
                    <a:pt x="224917" y="242443"/>
                  </a:cubicBezTo>
                  <a:cubicBezTo>
                    <a:pt x="224917" y="250698"/>
                    <a:pt x="218186" y="257429"/>
                    <a:pt x="210058" y="257429"/>
                  </a:cubicBezTo>
                  <a:lnTo>
                    <a:pt x="14986" y="257429"/>
                  </a:lnTo>
                  <a:cubicBezTo>
                    <a:pt x="6731" y="257429"/>
                    <a:pt x="127" y="250698"/>
                    <a:pt x="127" y="242443"/>
                  </a:cubicBezTo>
                </a:path>
              </a:pathLst>
            </a:custGeom>
            <a:solidFill>
              <a:srgbClr val="CFCBB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822822" y="4032247"/>
            <a:ext cx="517522" cy="517522"/>
            <a:chOff x="0" y="0"/>
            <a:chExt cx="517525" cy="517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90525" cy="390525"/>
            </a:xfrm>
            <a:custGeom>
              <a:avLst/>
              <a:gdLst/>
              <a:ahLst/>
              <a:cxnLst/>
              <a:rect r="r" b="b" t="t" l="l"/>
              <a:pathLst>
                <a:path h="390525" w="390525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524"/>
                  </a:cubicBezTo>
                  <a:cubicBezTo>
                    <a:pt x="15875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190"/>
                  </a:cubicBezTo>
                  <a:cubicBezTo>
                    <a:pt x="387731" y="379730"/>
                    <a:pt x="386207" y="382143"/>
                    <a:pt x="384302" y="384175"/>
                  </a:cubicBezTo>
                  <a:cubicBezTo>
                    <a:pt x="382397" y="386207"/>
                    <a:pt x="379984" y="387731"/>
                    <a:pt x="377317" y="388874"/>
                  </a:cubicBezTo>
                  <a:cubicBezTo>
                    <a:pt x="374650" y="390017"/>
                    <a:pt x="371983" y="390525"/>
                    <a:pt x="369062" y="390525"/>
                  </a:cubicBezTo>
                  <a:lnTo>
                    <a:pt x="21463" y="390525"/>
                  </a:lnTo>
                  <a:cubicBezTo>
                    <a:pt x="18669" y="390525"/>
                    <a:pt x="15875" y="390017"/>
                    <a:pt x="13208" y="388874"/>
                  </a:cubicBezTo>
                  <a:cubicBezTo>
                    <a:pt x="10541" y="387731"/>
                    <a:pt x="8255" y="386207"/>
                    <a:pt x="6223" y="384175"/>
                  </a:cubicBezTo>
                  <a:cubicBezTo>
                    <a:pt x="4191" y="382143"/>
                    <a:pt x="2667" y="379857"/>
                    <a:pt x="1651" y="377190"/>
                  </a:cubicBezTo>
                  <a:cubicBezTo>
                    <a:pt x="635" y="374523"/>
                    <a:pt x="0" y="371983"/>
                    <a:pt x="0" y="369062"/>
                  </a:cubicBezTo>
                </a:path>
              </a:pathLst>
            </a:custGeom>
            <a:solidFill>
              <a:srgbClr val="3A3B3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41605" y="131445"/>
              <a:ext cx="224663" cy="257048"/>
            </a:xfrm>
            <a:custGeom>
              <a:avLst/>
              <a:gdLst/>
              <a:ahLst/>
              <a:cxnLst/>
              <a:rect r="r" b="b" t="t" l="l"/>
              <a:pathLst>
                <a:path h="257048" w="224663">
                  <a:moveTo>
                    <a:pt x="64135" y="64262"/>
                  </a:moveTo>
                  <a:lnTo>
                    <a:pt x="64135" y="96393"/>
                  </a:lnTo>
                  <a:lnTo>
                    <a:pt x="160655" y="96393"/>
                  </a:lnTo>
                  <a:lnTo>
                    <a:pt x="160655" y="64262"/>
                  </a:lnTo>
                  <a:cubicBezTo>
                    <a:pt x="160655" y="37592"/>
                    <a:pt x="139065" y="16002"/>
                    <a:pt x="112395" y="16002"/>
                  </a:cubicBezTo>
                  <a:cubicBezTo>
                    <a:pt x="85725" y="16002"/>
                    <a:pt x="64135" y="37592"/>
                    <a:pt x="64135" y="64262"/>
                  </a:cubicBezTo>
                  <a:close/>
                  <a:moveTo>
                    <a:pt x="48006" y="96393"/>
                  </a:moveTo>
                  <a:lnTo>
                    <a:pt x="48006" y="64262"/>
                  </a:lnTo>
                  <a:cubicBezTo>
                    <a:pt x="48006" y="28702"/>
                    <a:pt x="76835" y="0"/>
                    <a:pt x="112268" y="0"/>
                  </a:cubicBezTo>
                  <a:cubicBezTo>
                    <a:pt x="147701" y="0"/>
                    <a:pt x="176530" y="28829"/>
                    <a:pt x="176530" y="64262"/>
                  </a:cubicBezTo>
                  <a:lnTo>
                    <a:pt x="176530" y="96393"/>
                  </a:lnTo>
                  <a:lnTo>
                    <a:pt x="184531" y="96393"/>
                  </a:lnTo>
                  <a:cubicBezTo>
                    <a:pt x="206756" y="96393"/>
                    <a:pt x="224663" y="114300"/>
                    <a:pt x="224663" y="136525"/>
                  </a:cubicBezTo>
                  <a:lnTo>
                    <a:pt x="224663" y="216916"/>
                  </a:lnTo>
                  <a:cubicBezTo>
                    <a:pt x="224663" y="239141"/>
                    <a:pt x="206629" y="257048"/>
                    <a:pt x="184531" y="257048"/>
                  </a:cubicBezTo>
                  <a:lnTo>
                    <a:pt x="40132" y="257048"/>
                  </a:lnTo>
                  <a:cubicBezTo>
                    <a:pt x="17907" y="257048"/>
                    <a:pt x="0" y="239014"/>
                    <a:pt x="0" y="216916"/>
                  </a:cubicBezTo>
                  <a:lnTo>
                    <a:pt x="0" y="136525"/>
                  </a:lnTo>
                  <a:cubicBezTo>
                    <a:pt x="0" y="114300"/>
                    <a:pt x="18034" y="96393"/>
                    <a:pt x="40132" y="96393"/>
                  </a:cubicBezTo>
                  <a:lnTo>
                    <a:pt x="48133" y="96393"/>
                  </a:lnTo>
                  <a:close/>
                  <a:moveTo>
                    <a:pt x="16002" y="136525"/>
                  </a:moveTo>
                  <a:lnTo>
                    <a:pt x="16002" y="216916"/>
                  </a:lnTo>
                  <a:cubicBezTo>
                    <a:pt x="16002" y="230251"/>
                    <a:pt x="26797" y="241046"/>
                    <a:pt x="40132" y="241046"/>
                  </a:cubicBezTo>
                  <a:lnTo>
                    <a:pt x="184785" y="241046"/>
                  </a:lnTo>
                  <a:cubicBezTo>
                    <a:pt x="198120" y="241046"/>
                    <a:pt x="208915" y="230251"/>
                    <a:pt x="208915" y="216916"/>
                  </a:cubicBezTo>
                  <a:lnTo>
                    <a:pt x="208915" y="136525"/>
                  </a:lnTo>
                  <a:cubicBezTo>
                    <a:pt x="208915" y="123190"/>
                    <a:pt x="198120" y="112395"/>
                    <a:pt x="184785" y="112395"/>
                  </a:cubicBezTo>
                  <a:lnTo>
                    <a:pt x="40132" y="112395"/>
                  </a:lnTo>
                  <a:cubicBezTo>
                    <a:pt x="26797" y="112395"/>
                    <a:pt x="16002" y="123190"/>
                    <a:pt x="16002" y="136525"/>
                  </a:cubicBezTo>
                </a:path>
              </a:pathLst>
            </a:custGeom>
            <a:solidFill>
              <a:srgbClr val="CFCBBF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899397" y="1889122"/>
            <a:ext cx="517522" cy="507997"/>
            <a:chOff x="0" y="0"/>
            <a:chExt cx="517525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90652" cy="381000"/>
            </a:xfrm>
            <a:custGeom>
              <a:avLst/>
              <a:gdLst/>
              <a:ahLst/>
              <a:cxnLst/>
              <a:rect r="r" b="b" t="t" l="l"/>
              <a:pathLst>
                <a:path h="381000" w="390652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223"/>
                  </a:cubicBezTo>
                  <a:cubicBezTo>
                    <a:pt x="386334" y="8128"/>
                    <a:pt x="387858" y="10541"/>
                    <a:pt x="389001" y="13208"/>
                  </a:cubicBezTo>
                  <a:cubicBezTo>
                    <a:pt x="390144" y="15875"/>
                    <a:pt x="390652" y="18542"/>
                    <a:pt x="390652" y="21463"/>
                  </a:cubicBezTo>
                  <a:lnTo>
                    <a:pt x="390652" y="359537"/>
                  </a:lnTo>
                  <a:cubicBezTo>
                    <a:pt x="390652" y="362331"/>
                    <a:pt x="390144" y="365125"/>
                    <a:pt x="389001" y="367665"/>
                  </a:cubicBezTo>
                  <a:cubicBezTo>
                    <a:pt x="387858" y="370205"/>
                    <a:pt x="386334" y="372618"/>
                    <a:pt x="384302" y="374650"/>
                  </a:cubicBezTo>
                  <a:cubicBezTo>
                    <a:pt x="382270" y="376682"/>
                    <a:pt x="379984" y="378206"/>
                    <a:pt x="377317" y="379349"/>
                  </a:cubicBezTo>
                  <a:cubicBezTo>
                    <a:pt x="374650" y="380492"/>
                    <a:pt x="371983" y="381000"/>
                    <a:pt x="369062" y="381000"/>
                  </a:cubicBezTo>
                  <a:lnTo>
                    <a:pt x="21463" y="381000"/>
                  </a:lnTo>
                  <a:cubicBezTo>
                    <a:pt x="18669" y="381000"/>
                    <a:pt x="15875" y="380492"/>
                    <a:pt x="13208" y="379349"/>
                  </a:cubicBezTo>
                  <a:cubicBezTo>
                    <a:pt x="10541" y="378206"/>
                    <a:pt x="8255" y="376682"/>
                    <a:pt x="6223" y="374650"/>
                  </a:cubicBezTo>
                  <a:cubicBezTo>
                    <a:pt x="4191" y="372618"/>
                    <a:pt x="2667" y="370332"/>
                    <a:pt x="1651" y="367665"/>
                  </a:cubicBezTo>
                  <a:cubicBezTo>
                    <a:pt x="635" y="364998"/>
                    <a:pt x="0" y="362458"/>
                    <a:pt x="0" y="359537"/>
                  </a:cubicBezTo>
                </a:path>
              </a:pathLst>
            </a:custGeom>
            <a:solidFill>
              <a:srgbClr val="3A3B3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1003" y="131318"/>
              <a:ext cx="225044" cy="257175"/>
            </a:xfrm>
            <a:custGeom>
              <a:avLst/>
              <a:gdLst/>
              <a:ahLst/>
              <a:cxnLst/>
              <a:rect r="r" b="b" t="t" l="l"/>
              <a:pathLst>
                <a:path h="257175" w="225044">
                  <a:moveTo>
                    <a:pt x="192913" y="16129"/>
                  </a:moveTo>
                  <a:cubicBezTo>
                    <a:pt x="201803" y="16129"/>
                    <a:pt x="209042" y="23368"/>
                    <a:pt x="209042" y="32258"/>
                  </a:cubicBezTo>
                  <a:lnTo>
                    <a:pt x="209042" y="225044"/>
                  </a:lnTo>
                  <a:cubicBezTo>
                    <a:pt x="209042" y="233934"/>
                    <a:pt x="201803" y="241173"/>
                    <a:pt x="192913" y="241173"/>
                  </a:cubicBezTo>
                  <a:lnTo>
                    <a:pt x="32131" y="241173"/>
                  </a:lnTo>
                  <a:cubicBezTo>
                    <a:pt x="23241" y="241173"/>
                    <a:pt x="16002" y="233934"/>
                    <a:pt x="16002" y="225044"/>
                  </a:cubicBezTo>
                  <a:lnTo>
                    <a:pt x="16002" y="32258"/>
                  </a:lnTo>
                  <a:cubicBezTo>
                    <a:pt x="16002" y="23368"/>
                    <a:pt x="23241" y="16129"/>
                    <a:pt x="32131" y="16129"/>
                  </a:cubicBezTo>
                  <a:lnTo>
                    <a:pt x="192913" y="16129"/>
                  </a:lnTo>
                  <a:close/>
                  <a:moveTo>
                    <a:pt x="32131" y="0"/>
                  </a:moveTo>
                  <a:cubicBezTo>
                    <a:pt x="14351" y="0"/>
                    <a:pt x="0" y="14478"/>
                    <a:pt x="0" y="32131"/>
                  </a:cubicBezTo>
                  <a:lnTo>
                    <a:pt x="0" y="225044"/>
                  </a:lnTo>
                  <a:cubicBezTo>
                    <a:pt x="0" y="242824"/>
                    <a:pt x="14351" y="257175"/>
                    <a:pt x="32131" y="257175"/>
                  </a:cubicBezTo>
                  <a:lnTo>
                    <a:pt x="192913" y="257175"/>
                  </a:lnTo>
                  <a:cubicBezTo>
                    <a:pt x="210693" y="257175"/>
                    <a:pt x="225044" y="242697"/>
                    <a:pt x="225044" y="225044"/>
                  </a:cubicBezTo>
                  <a:lnTo>
                    <a:pt x="225044" y="32258"/>
                  </a:lnTo>
                  <a:cubicBezTo>
                    <a:pt x="225044" y="14478"/>
                    <a:pt x="210693" y="127"/>
                    <a:pt x="192913" y="127"/>
                  </a:cubicBezTo>
                  <a:lnTo>
                    <a:pt x="32131" y="127"/>
                  </a:lnTo>
                  <a:close/>
                  <a:moveTo>
                    <a:pt x="48260" y="200914"/>
                  </a:moveTo>
                  <a:cubicBezTo>
                    <a:pt x="48260" y="205359"/>
                    <a:pt x="51816" y="208915"/>
                    <a:pt x="56261" y="208915"/>
                  </a:cubicBezTo>
                  <a:lnTo>
                    <a:pt x="168783" y="208915"/>
                  </a:lnTo>
                  <a:cubicBezTo>
                    <a:pt x="173228" y="208915"/>
                    <a:pt x="176784" y="205232"/>
                    <a:pt x="176784" y="200914"/>
                  </a:cubicBezTo>
                  <a:cubicBezTo>
                    <a:pt x="176784" y="196596"/>
                    <a:pt x="173228" y="192913"/>
                    <a:pt x="168783" y="192913"/>
                  </a:cubicBezTo>
                  <a:lnTo>
                    <a:pt x="56261" y="192913"/>
                  </a:lnTo>
                  <a:cubicBezTo>
                    <a:pt x="51816" y="192913"/>
                    <a:pt x="48260" y="196469"/>
                    <a:pt x="48260" y="200914"/>
                  </a:cubicBezTo>
                  <a:close/>
                  <a:moveTo>
                    <a:pt x="65024" y="104521"/>
                  </a:moveTo>
                  <a:lnTo>
                    <a:pt x="84709" y="104521"/>
                  </a:lnTo>
                  <a:cubicBezTo>
                    <a:pt x="85471" y="119761"/>
                    <a:pt x="88519" y="131572"/>
                    <a:pt x="92075" y="140081"/>
                  </a:cubicBezTo>
                  <a:cubicBezTo>
                    <a:pt x="78105" y="133477"/>
                    <a:pt x="67818" y="120269"/>
                    <a:pt x="65151" y="104521"/>
                  </a:cubicBezTo>
                  <a:close/>
                  <a:moveTo>
                    <a:pt x="112522" y="144653"/>
                  </a:moveTo>
                  <a:lnTo>
                    <a:pt x="112395" y="144653"/>
                  </a:lnTo>
                  <a:cubicBezTo>
                    <a:pt x="111252" y="142875"/>
                    <a:pt x="109601" y="140208"/>
                    <a:pt x="107823" y="136398"/>
                  </a:cubicBezTo>
                  <a:cubicBezTo>
                    <a:pt x="104775" y="129540"/>
                    <a:pt x="101600" y="119126"/>
                    <a:pt x="100711" y="104521"/>
                  </a:cubicBezTo>
                  <a:lnTo>
                    <a:pt x="124333" y="104521"/>
                  </a:lnTo>
                  <a:cubicBezTo>
                    <a:pt x="123444" y="119253"/>
                    <a:pt x="120269" y="129540"/>
                    <a:pt x="117221" y="136398"/>
                  </a:cubicBezTo>
                  <a:cubicBezTo>
                    <a:pt x="115443" y="140208"/>
                    <a:pt x="113792" y="142875"/>
                    <a:pt x="112649" y="144653"/>
                  </a:cubicBezTo>
                  <a:lnTo>
                    <a:pt x="112522" y="144653"/>
                  </a:lnTo>
                  <a:lnTo>
                    <a:pt x="112522" y="144653"/>
                  </a:lnTo>
                  <a:close/>
                  <a:moveTo>
                    <a:pt x="160147" y="104521"/>
                  </a:moveTo>
                  <a:cubicBezTo>
                    <a:pt x="157480" y="120269"/>
                    <a:pt x="147193" y="133477"/>
                    <a:pt x="133223" y="140081"/>
                  </a:cubicBezTo>
                  <a:cubicBezTo>
                    <a:pt x="136652" y="131445"/>
                    <a:pt x="139700" y="119761"/>
                    <a:pt x="140589" y="104521"/>
                  </a:cubicBezTo>
                  <a:lnTo>
                    <a:pt x="160147" y="104521"/>
                  </a:lnTo>
                  <a:close/>
                  <a:moveTo>
                    <a:pt x="160147" y="88519"/>
                  </a:moveTo>
                  <a:lnTo>
                    <a:pt x="140462" y="88519"/>
                  </a:lnTo>
                  <a:cubicBezTo>
                    <a:pt x="139700" y="73279"/>
                    <a:pt x="136652" y="61468"/>
                    <a:pt x="133096" y="52959"/>
                  </a:cubicBezTo>
                  <a:cubicBezTo>
                    <a:pt x="147066" y="59563"/>
                    <a:pt x="157353" y="72771"/>
                    <a:pt x="160020" y="88519"/>
                  </a:cubicBezTo>
                  <a:close/>
                  <a:moveTo>
                    <a:pt x="112522" y="48387"/>
                  </a:moveTo>
                  <a:lnTo>
                    <a:pt x="112649" y="48387"/>
                  </a:lnTo>
                  <a:cubicBezTo>
                    <a:pt x="113792" y="50165"/>
                    <a:pt x="115443" y="52832"/>
                    <a:pt x="117221" y="56642"/>
                  </a:cubicBezTo>
                  <a:cubicBezTo>
                    <a:pt x="120269" y="63500"/>
                    <a:pt x="123444" y="73914"/>
                    <a:pt x="124333" y="88519"/>
                  </a:cubicBezTo>
                  <a:lnTo>
                    <a:pt x="100711" y="88519"/>
                  </a:lnTo>
                  <a:cubicBezTo>
                    <a:pt x="101600" y="73914"/>
                    <a:pt x="104775" y="63500"/>
                    <a:pt x="107823" y="56642"/>
                  </a:cubicBezTo>
                  <a:cubicBezTo>
                    <a:pt x="109601" y="52832"/>
                    <a:pt x="111252" y="50165"/>
                    <a:pt x="112395" y="48387"/>
                  </a:cubicBezTo>
                  <a:lnTo>
                    <a:pt x="112522" y="48387"/>
                  </a:lnTo>
                  <a:lnTo>
                    <a:pt x="112522" y="48387"/>
                  </a:lnTo>
                  <a:close/>
                  <a:moveTo>
                    <a:pt x="65024" y="88392"/>
                  </a:moveTo>
                  <a:cubicBezTo>
                    <a:pt x="67691" y="72644"/>
                    <a:pt x="77978" y="59436"/>
                    <a:pt x="91948" y="52832"/>
                  </a:cubicBezTo>
                  <a:cubicBezTo>
                    <a:pt x="88519" y="61468"/>
                    <a:pt x="85471" y="73152"/>
                    <a:pt x="84582" y="88392"/>
                  </a:cubicBezTo>
                  <a:lnTo>
                    <a:pt x="65024" y="88392"/>
                  </a:lnTo>
                  <a:close/>
                  <a:moveTo>
                    <a:pt x="112522" y="160782"/>
                  </a:moveTo>
                  <a:cubicBezTo>
                    <a:pt x="116713" y="160782"/>
                    <a:pt x="120904" y="160401"/>
                    <a:pt x="125095" y="159512"/>
                  </a:cubicBezTo>
                  <a:cubicBezTo>
                    <a:pt x="129286" y="158623"/>
                    <a:pt x="133223" y="157480"/>
                    <a:pt x="137160" y="155829"/>
                  </a:cubicBezTo>
                  <a:cubicBezTo>
                    <a:pt x="141097" y="154178"/>
                    <a:pt x="144780" y="152273"/>
                    <a:pt x="148336" y="149860"/>
                  </a:cubicBezTo>
                  <a:cubicBezTo>
                    <a:pt x="151892" y="147447"/>
                    <a:pt x="155067" y="144780"/>
                    <a:pt x="158115" y="141859"/>
                  </a:cubicBezTo>
                  <a:cubicBezTo>
                    <a:pt x="161163" y="138938"/>
                    <a:pt x="163830" y="135636"/>
                    <a:pt x="166116" y="132080"/>
                  </a:cubicBezTo>
                  <a:cubicBezTo>
                    <a:pt x="168402" y="128524"/>
                    <a:pt x="170434" y="124841"/>
                    <a:pt x="172085" y="120904"/>
                  </a:cubicBezTo>
                  <a:cubicBezTo>
                    <a:pt x="173736" y="116967"/>
                    <a:pt x="174879" y="113030"/>
                    <a:pt x="175768" y="108839"/>
                  </a:cubicBezTo>
                  <a:cubicBezTo>
                    <a:pt x="176657" y="104648"/>
                    <a:pt x="177038" y="100584"/>
                    <a:pt x="177038" y="96266"/>
                  </a:cubicBezTo>
                  <a:cubicBezTo>
                    <a:pt x="177038" y="91948"/>
                    <a:pt x="176657" y="87884"/>
                    <a:pt x="175768" y="83693"/>
                  </a:cubicBezTo>
                  <a:cubicBezTo>
                    <a:pt x="174879" y="79502"/>
                    <a:pt x="173736" y="75565"/>
                    <a:pt x="172085" y="71628"/>
                  </a:cubicBezTo>
                  <a:cubicBezTo>
                    <a:pt x="170434" y="67691"/>
                    <a:pt x="168529" y="64008"/>
                    <a:pt x="166116" y="60452"/>
                  </a:cubicBezTo>
                  <a:cubicBezTo>
                    <a:pt x="163703" y="56896"/>
                    <a:pt x="161163" y="53721"/>
                    <a:pt x="158115" y="50673"/>
                  </a:cubicBezTo>
                  <a:cubicBezTo>
                    <a:pt x="155067" y="47625"/>
                    <a:pt x="151892" y="45085"/>
                    <a:pt x="148336" y="42672"/>
                  </a:cubicBezTo>
                  <a:cubicBezTo>
                    <a:pt x="144780" y="40259"/>
                    <a:pt x="141097" y="38354"/>
                    <a:pt x="137160" y="36703"/>
                  </a:cubicBezTo>
                  <a:cubicBezTo>
                    <a:pt x="133223" y="35052"/>
                    <a:pt x="129286" y="33909"/>
                    <a:pt x="125095" y="33020"/>
                  </a:cubicBezTo>
                  <a:cubicBezTo>
                    <a:pt x="120904" y="32131"/>
                    <a:pt x="116713" y="31750"/>
                    <a:pt x="112522" y="31750"/>
                  </a:cubicBezTo>
                  <a:cubicBezTo>
                    <a:pt x="108331" y="31750"/>
                    <a:pt x="104140" y="32131"/>
                    <a:pt x="99949" y="33020"/>
                  </a:cubicBezTo>
                  <a:cubicBezTo>
                    <a:pt x="95758" y="33909"/>
                    <a:pt x="91821" y="35052"/>
                    <a:pt x="87884" y="36703"/>
                  </a:cubicBezTo>
                  <a:cubicBezTo>
                    <a:pt x="83947" y="38354"/>
                    <a:pt x="80264" y="40259"/>
                    <a:pt x="76708" y="42672"/>
                  </a:cubicBezTo>
                  <a:cubicBezTo>
                    <a:pt x="73152" y="45085"/>
                    <a:pt x="69977" y="47625"/>
                    <a:pt x="66929" y="50673"/>
                  </a:cubicBezTo>
                  <a:cubicBezTo>
                    <a:pt x="63881" y="53721"/>
                    <a:pt x="61214" y="56896"/>
                    <a:pt x="58928" y="60452"/>
                  </a:cubicBezTo>
                  <a:cubicBezTo>
                    <a:pt x="56642" y="64008"/>
                    <a:pt x="54610" y="67691"/>
                    <a:pt x="52959" y="71628"/>
                  </a:cubicBezTo>
                  <a:cubicBezTo>
                    <a:pt x="51308" y="75565"/>
                    <a:pt x="50165" y="79502"/>
                    <a:pt x="49276" y="83693"/>
                  </a:cubicBezTo>
                  <a:cubicBezTo>
                    <a:pt x="48387" y="87884"/>
                    <a:pt x="48006" y="92075"/>
                    <a:pt x="48006" y="96266"/>
                  </a:cubicBezTo>
                  <a:cubicBezTo>
                    <a:pt x="48006" y="100457"/>
                    <a:pt x="48387" y="104648"/>
                    <a:pt x="49276" y="108839"/>
                  </a:cubicBezTo>
                  <a:cubicBezTo>
                    <a:pt x="50165" y="113030"/>
                    <a:pt x="51308" y="116967"/>
                    <a:pt x="52959" y="120904"/>
                  </a:cubicBezTo>
                  <a:cubicBezTo>
                    <a:pt x="54610" y="124841"/>
                    <a:pt x="56515" y="128524"/>
                    <a:pt x="58928" y="132080"/>
                  </a:cubicBezTo>
                  <a:cubicBezTo>
                    <a:pt x="61341" y="135636"/>
                    <a:pt x="63881" y="138811"/>
                    <a:pt x="66929" y="141859"/>
                  </a:cubicBezTo>
                  <a:cubicBezTo>
                    <a:pt x="69977" y="144907"/>
                    <a:pt x="73152" y="147447"/>
                    <a:pt x="76708" y="149860"/>
                  </a:cubicBezTo>
                  <a:cubicBezTo>
                    <a:pt x="80264" y="152273"/>
                    <a:pt x="83947" y="154178"/>
                    <a:pt x="87884" y="155829"/>
                  </a:cubicBezTo>
                  <a:cubicBezTo>
                    <a:pt x="91821" y="157480"/>
                    <a:pt x="95758" y="158623"/>
                    <a:pt x="99949" y="159512"/>
                  </a:cubicBezTo>
                  <a:cubicBezTo>
                    <a:pt x="104140" y="160401"/>
                    <a:pt x="108331" y="160782"/>
                    <a:pt x="112522" y="160782"/>
                  </a:cubicBezTo>
                </a:path>
              </a:pathLst>
            </a:custGeom>
            <a:solidFill>
              <a:srgbClr val="CFCBB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886325" y="598989"/>
            <a:ext cx="4941284" cy="308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Passengers Table: User Management</a:t>
            </a:r>
          </a:p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Personal Details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passengers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  ¾«jì  µj ė jĀa« áaììpµ pä  µ ¾ä³aø ¾µ,  µc«Āj µ  µa³p, a p,  pµjpä, aµj c¾µøacø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jpøa «ì.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3109" y="4123782"/>
            <a:ext cx="5402390" cy="89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Account Security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E³a « ajjäpììpì aäp Āµ ãĀp aµj µ¾ø µĀ««, aµj áaììĘ¾äj  aì pì aäp ìø¾äpj  ¾ä ìpcĀäp Āìpä aĀø pµø caø ¾µ.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22503" y="1980657"/>
            <a:ext cx="2269007" cy="14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Unique Identifiers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Eac  áaììpµ pä  ì aìì  µpj a Āµ ãĀp ID, aµj ø p ä áaììá¾äø µĀ³bpä  ì a«ì¾ ìø¾äpj aì a Āµ ãĀp  jpµø   pä.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86325" y="5121821"/>
            <a:ext cx="5789971" cy="65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øab«p pµìĀäpì ø aø pac  áaììpµ pä'ì jaøa  ì ìpcĀäp«Ğ ³aµa pj aµj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paì «Ğ äpøä pėab«p  ¾ä b¾¾¨ µ ì.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503"/>
            <a:ext cx="11556997" cy="6651622"/>
            <a:chOff x="0" y="0"/>
            <a:chExt cx="11557000" cy="6651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524625"/>
            </a:xfrm>
            <a:custGeom>
              <a:avLst/>
              <a:gdLst/>
              <a:ahLst/>
              <a:cxnLst/>
              <a:rect r="r" b="b" t="t" l="l"/>
              <a:pathLst>
                <a:path h="6524625" w="11430000">
                  <a:moveTo>
                    <a:pt x="0" y="0"/>
                  </a:moveTo>
                  <a:lnTo>
                    <a:pt x="0" y="6524625"/>
                  </a:lnTo>
                  <a:lnTo>
                    <a:pt x="11430000" y="65246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524625"/>
            </a:xfrm>
            <a:custGeom>
              <a:avLst/>
              <a:gdLst/>
              <a:ahLst/>
              <a:cxnLst/>
              <a:rect r="r" b="b" t="t" l="l"/>
              <a:pathLst>
                <a:path h="6524625" w="11430000">
                  <a:moveTo>
                    <a:pt x="0" y="0"/>
                  </a:moveTo>
                  <a:lnTo>
                    <a:pt x="0" y="6524625"/>
                  </a:lnTo>
                  <a:lnTo>
                    <a:pt x="11430000" y="65246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1430000" cy="6524625"/>
          </a:xfrm>
          <a:custGeom>
            <a:avLst/>
            <a:gdLst/>
            <a:ahLst/>
            <a:cxnLst/>
            <a:rect r="r" b="b" t="t" l="l"/>
            <a:pathLst>
              <a:path h="6524625" w="11430000">
                <a:moveTo>
                  <a:pt x="0" y="0"/>
                </a:moveTo>
                <a:lnTo>
                  <a:pt x="11430000" y="0"/>
                </a:lnTo>
                <a:lnTo>
                  <a:pt x="11430000" y="6524625"/>
                </a:lnTo>
                <a:lnTo>
                  <a:pt x="0" y="6524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1430000" cy="6524625"/>
          </a:xfrm>
          <a:custGeom>
            <a:avLst/>
            <a:gdLst/>
            <a:ahLst/>
            <a:cxnLst/>
            <a:rect r="r" b="b" t="t" l="l"/>
            <a:pathLst>
              <a:path h="6524625" w="11430000">
                <a:moveTo>
                  <a:pt x="0" y="0"/>
                </a:moveTo>
                <a:lnTo>
                  <a:pt x="11430000" y="0"/>
                </a:lnTo>
                <a:lnTo>
                  <a:pt x="11430000" y="6524625"/>
                </a:lnTo>
                <a:lnTo>
                  <a:pt x="0" y="6524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-1"/>
            <a:ext cx="11430000" cy="6524625"/>
            <a:chOff x="0" y="0"/>
            <a:chExt cx="11430000" cy="65246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6524625"/>
            </a:xfrm>
            <a:custGeom>
              <a:avLst/>
              <a:gdLst/>
              <a:ahLst/>
              <a:cxnLst/>
              <a:rect r="r" b="b" t="t" l="l"/>
              <a:pathLst>
                <a:path h="6524625" w="11430000">
                  <a:moveTo>
                    <a:pt x="0" y="0"/>
                  </a:moveTo>
                  <a:lnTo>
                    <a:pt x="0" y="6524625"/>
                  </a:lnTo>
                  <a:lnTo>
                    <a:pt x="11430000" y="65246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143750" y="0"/>
            <a:ext cx="4286250" cy="6524625"/>
          </a:xfrm>
          <a:custGeom>
            <a:avLst/>
            <a:gdLst/>
            <a:ahLst/>
            <a:cxnLst/>
            <a:rect r="r" b="b" t="t" l="l"/>
            <a:pathLst>
              <a:path h="6524625" w="4286250">
                <a:moveTo>
                  <a:pt x="0" y="0"/>
                </a:moveTo>
                <a:lnTo>
                  <a:pt x="4286250" y="0"/>
                </a:lnTo>
                <a:lnTo>
                  <a:pt x="4286250" y="6524625"/>
                </a:lnTo>
                <a:lnTo>
                  <a:pt x="0" y="6524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" t="0" r="-8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00075" y="1800225"/>
            <a:ext cx="2886075" cy="2076450"/>
            <a:chOff x="0" y="0"/>
            <a:chExt cx="2886075" cy="2076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27" y="0"/>
              <a:ext cx="2886202" cy="2076450"/>
            </a:xfrm>
            <a:custGeom>
              <a:avLst/>
              <a:gdLst/>
              <a:ahLst/>
              <a:cxnLst/>
              <a:rect r="r" b="b" t="t" l="l"/>
              <a:pathLst>
                <a:path h="2076450" w="2886202">
                  <a:moveTo>
                    <a:pt x="127" y="20549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335"/>
                  </a:cubicBezTo>
                  <a:cubicBezTo>
                    <a:pt x="2921" y="10795"/>
                    <a:pt x="4445" y="8255"/>
                    <a:pt x="6350" y="6223"/>
                  </a:cubicBezTo>
                  <a:cubicBezTo>
                    <a:pt x="8255" y="4191"/>
                    <a:pt x="10795" y="2667"/>
                    <a:pt x="13335" y="1651"/>
                  </a:cubicBezTo>
                  <a:cubicBezTo>
                    <a:pt x="15875" y="635"/>
                    <a:pt x="18669" y="0"/>
                    <a:pt x="21590" y="0"/>
                  </a:cubicBezTo>
                  <a:lnTo>
                    <a:pt x="2864739" y="0"/>
                  </a:lnTo>
                  <a:cubicBezTo>
                    <a:pt x="2867533" y="0"/>
                    <a:pt x="2870327" y="508"/>
                    <a:pt x="2872994" y="1651"/>
                  </a:cubicBezTo>
                  <a:cubicBezTo>
                    <a:pt x="2875661" y="2794"/>
                    <a:pt x="2877947" y="4318"/>
                    <a:pt x="2879979" y="6350"/>
                  </a:cubicBezTo>
                  <a:cubicBezTo>
                    <a:pt x="2882011" y="8382"/>
                    <a:pt x="2883535" y="10668"/>
                    <a:pt x="2884551" y="13335"/>
                  </a:cubicBezTo>
                  <a:cubicBezTo>
                    <a:pt x="2885567" y="16002"/>
                    <a:pt x="2886202" y="18669"/>
                    <a:pt x="2886202" y="21463"/>
                  </a:cubicBezTo>
                  <a:lnTo>
                    <a:pt x="2886202" y="2054987"/>
                  </a:lnTo>
                  <a:cubicBezTo>
                    <a:pt x="2886202" y="2057781"/>
                    <a:pt x="2885694" y="2060575"/>
                    <a:pt x="2884551" y="2063242"/>
                  </a:cubicBezTo>
                  <a:cubicBezTo>
                    <a:pt x="2883408" y="2065909"/>
                    <a:pt x="2881884" y="2068195"/>
                    <a:pt x="2879979" y="2070227"/>
                  </a:cubicBezTo>
                  <a:cubicBezTo>
                    <a:pt x="2878074" y="2072259"/>
                    <a:pt x="2875661" y="2073783"/>
                    <a:pt x="2872994" y="2074799"/>
                  </a:cubicBezTo>
                  <a:cubicBezTo>
                    <a:pt x="2870327" y="2075815"/>
                    <a:pt x="2867660" y="2076450"/>
                    <a:pt x="2864739" y="2076450"/>
                  </a:cubicBezTo>
                  <a:lnTo>
                    <a:pt x="21590" y="2076450"/>
                  </a:lnTo>
                  <a:cubicBezTo>
                    <a:pt x="18796" y="2076450"/>
                    <a:pt x="16002" y="2075942"/>
                    <a:pt x="13335" y="2074799"/>
                  </a:cubicBezTo>
                  <a:cubicBezTo>
                    <a:pt x="10668" y="2073656"/>
                    <a:pt x="8382" y="2072132"/>
                    <a:pt x="6350" y="2070227"/>
                  </a:cubicBezTo>
                  <a:cubicBezTo>
                    <a:pt x="4318" y="2068322"/>
                    <a:pt x="2794" y="2065909"/>
                    <a:pt x="1651" y="2063242"/>
                  </a:cubicBezTo>
                  <a:cubicBezTo>
                    <a:pt x="508" y="2060575"/>
                    <a:pt x="0" y="2057908"/>
                    <a:pt x="0" y="2054987"/>
                  </a:cubicBezTo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00075" y="4048125"/>
            <a:ext cx="5943600" cy="1266825"/>
            <a:chOff x="0" y="0"/>
            <a:chExt cx="5943600" cy="1266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3600" cy="1266952"/>
            </a:xfrm>
            <a:custGeom>
              <a:avLst/>
              <a:gdLst/>
              <a:ahLst/>
              <a:cxnLst/>
              <a:rect r="r" b="b" t="t" l="l"/>
              <a:pathLst>
                <a:path h="1266952" w="5943600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8" y="8382"/>
                    <a:pt x="5940933" y="10668"/>
                    <a:pt x="5941949" y="13335"/>
                  </a:cubicBezTo>
                  <a:cubicBezTo>
                    <a:pt x="5942964" y="16002"/>
                    <a:pt x="5943600" y="18669"/>
                    <a:pt x="5943600" y="21590"/>
                  </a:cubicBezTo>
                  <a:lnTo>
                    <a:pt x="5943600" y="1245362"/>
                  </a:lnTo>
                  <a:cubicBezTo>
                    <a:pt x="5943600" y="1248156"/>
                    <a:pt x="5943092" y="1250950"/>
                    <a:pt x="5941949" y="1253617"/>
                  </a:cubicBezTo>
                  <a:cubicBezTo>
                    <a:pt x="5940806" y="1256284"/>
                    <a:pt x="5939282" y="1258570"/>
                    <a:pt x="5937377" y="1260602"/>
                  </a:cubicBezTo>
                  <a:cubicBezTo>
                    <a:pt x="5935472" y="1262634"/>
                    <a:pt x="5933059" y="1264158"/>
                    <a:pt x="5930392" y="1265301"/>
                  </a:cubicBezTo>
                  <a:cubicBezTo>
                    <a:pt x="5927725" y="1266444"/>
                    <a:pt x="5925058" y="1266952"/>
                    <a:pt x="592213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657600" y="1800225"/>
            <a:ext cx="2886075" cy="2076450"/>
            <a:chOff x="0" y="0"/>
            <a:chExt cx="2886075" cy="2076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86075" cy="2076450"/>
            </a:xfrm>
            <a:custGeom>
              <a:avLst/>
              <a:gdLst/>
              <a:ahLst/>
              <a:cxnLst/>
              <a:rect r="r" b="b" t="t" l="l"/>
              <a:pathLst>
                <a:path h="2076450" w="2886075">
                  <a:moveTo>
                    <a:pt x="0" y="20549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350"/>
                  </a:cubicBezTo>
                  <a:cubicBezTo>
                    <a:pt x="2881884" y="8382"/>
                    <a:pt x="2883408" y="10668"/>
                    <a:pt x="2884424" y="13335"/>
                  </a:cubicBezTo>
                  <a:cubicBezTo>
                    <a:pt x="2885440" y="16002"/>
                    <a:pt x="2886075" y="18669"/>
                    <a:pt x="2886075" y="21463"/>
                  </a:cubicBezTo>
                  <a:lnTo>
                    <a:pt x="2886075" y="2054987"/>
                  </a:lnTo>
                  <a:cubicBezTo>
                    <a:pt x="2886075" y="2057781"/>
                    <a:pt x="2885567" y="2060575"/>
                    <a:pt x="2884424" y="2063242"/>
                  </a:cubicBezTo>
                  <a:cubicBezTo>
                    <a:pt x="2883281" y="2065909"/>
                    <a:pt x="2881757" y="2068195"/>
                    <a:pt x="2879852" y="2070227"/>
                  </a:cubicBezTo>
                  <a:cubicBezTo>
                    <a:pt x="2877947" y="2072259"/>
                    <a:pt x="2875534" y="2073783"/>
                    <a:pt x="2872867" y="2074799"/>
                  </a:cubicBezTo>
                  <a:cubicBezTo>
                    <a:pt x="2870200" y="2075815"/>
                    <a:pt x="2867533" y="2076450"/>
                    <a:pt x="2864612" y="2076450"/>
                  </a:cubicBezTo>
                  <a:lnTo>
                    <a:pt x="21463" y="2076450"/>
                  </a:lnTo>
                  <a:cubicBezTo>
                    <a:pt x="18669" y="2076450"/>
                    <a:pt x="15875" y="2075942"/>
                    <a:pt x="13208" y="2074799"/>
                  </a:cubicBezTo>
                  <a:cubicBezTo>
                    <a:pt x="10541" y="2073656"/>
                    <a:pt x="8255" y="2072132"/>
                    <a:pt x="6223" y="2070227"/>
                  </a:cubicBezTo>
                  <a:cubicBezTo>
                    <a:pt x="4191" y="2068322"/>
                    <a:pt x="2667" y="2065909"/>
                    <a:pt x="1651" y="2063242"/>
                  </a:cubicBezTo>
                  <a:cubicBezTo>
                    <a:pt x="635" y="2060575"/>
                    <a:pt x="0" y="2057908"/>
                    <a:pt x="0" y="2054987"/>
                  </a:cubicBezTo>
                </a:path>
              </a:pathLst>
            </a:custGeom>
            <a:solidFill>
              <a:srgbClr val="3A3B3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0075" y="465639"/>
            <a:ext cx="6047784" cy="107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Reservations Table: Booking Details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1525" y="4190457"/>
            <a:ext cx="5044392" cy="89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Key Relationships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øab«p Āìpì  ¾äp  µ ¨pĞì ø¾ c¾µµpcø ø¾ b¾ø  ø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flights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aµj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passengers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øab«pì, pµìĀä µ  jaøa  µøp ä øĞ.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1515" y="1942557"/>
            <a:ext cx="2584152" cy="14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Booking Information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reservations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 « µ¨ì áaììpµ päì ø¾  «   øì, äpc¾äj µ  b¾¾¨ µ  jaøpì, ìpaø µĀ³bpäì, aµj c«aìì øĞápì.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29050" y="1971132"/>
            <a:ext cx="2619823" cy="167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687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Payment &amp; Cancellation Status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Iø øäac¨ì ø p áaĞ³pµø ìøaøĀì (Pa j, Ppµj µ ) aµj caµcp««aø ¾µ ìøaøĀì (Acø ėp, Caµcp«pj)  ¾ä pac  äpìpäėaø ¾µ.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5359956"/>
            <a:ext cx="5948610" cy="65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øab«p  ì cpµøäa« ø¾ øäac¨ µ  a«« b¾¾¨ µ ì aµj ø p ä cĀääpµø ìøaøĀì Ę ø  µ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ø p ìĞìøp³.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2822" y="1403347"/>
            <a:ext cx="6070597" cy="3679822"/>
          </a:xfrm>
          <a:custGeom>
            <a:avLst/>
            <a:gdLst/>
            <a:ahLst/>
            <a:cxnLst/>
            <a:rect r="r" b="b" t="t" l="l"/>
            <a:pathLst>
              <a:path h="3679822" w="6070597">
                <a:moveTo>
                  <a:pt x="0" y="0"/>
                </a:moveTo>
                <a:lnTo>
                  <a:pt x="6070597" y="0"/>
                </a:lnTo>
                <a:lnTo>
                  <a:pt x="6070597" y="3679822"/>
                </a:lnTo>
                <a:lnTo>
                  <a:pt x="0" y="3679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86325" y="608514"/>
            <a:ext cx="4724362" cy="5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Table Creation: Flights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49288" y="1566462"/>
            <a:ext cx="3926034" cy="301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CREATE TABLE flights ( flight_id INT AUTO_INCREMENT PRIMARY KEY, flight_number VARCHAR(20) UNIQUE NOT NULL, airline VARCHAR(100),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departure VARCHAR(50),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destination VARCHAR(50),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departure_time DATETIME,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arrival_time DATETIME, available_seats INT, price DECIMAL(10,2) );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6325" y="5178981"/>
            <a:ext cx="5611282" cy="53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SQL c¾jp ìµ áápø jp³¾µìøäaøpì ø p cäpaø ¾µ ¾  ø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flights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øab«p, jp  µ µ   øì c¾«Ā³µì aµj ø p ä äpìápcø ėp jaøa øĞápì aµj c¾µìøäa µøì.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6572" y="1403347"/>
            <a:ext cx="6070597" cy="3403597"/>
          </a:xfrm>
          <a:custGeom>
            <a:avLst/>
            <a:gdLst/>
            <a:ahLst/>
            <a:cxnLst/>
            <a:rect r="r" b="b" t="t" l="l"/>
            <a:pathLst>
              <a:path h="3403597" w="6070597">
                <a:moveTo>
                  <a:pt x="0" y="0"/>
                </a:moveTo>
                <a:lnTo>
                  <a:pt x="6070597" y="0"/>
                </a:lnTo>
                <a:lnTo>
                  <a:pt x="6070597" y="3403597"/>
                </a:lnTo>
                <a:lnTo>
                  <a:pt x="0" y="34035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0075" y="608514"/>
            <a:ext cx="5672642" cy="5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Table Creation: Passengers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3038" y="1566462"/>
            <a:ext cx="4135545" cy="273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CREATE TABLE passengers ( passenger_id INT AUTO_INCREMENT PRIMARY KEY, name VARCHAR(100), age INT,</a:t>
            </a:r>
          </a:p>
          <a:p>
            <a:pPr algn="just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gender ENUM('Male', 'Female', 'Other'),</a:t>
            </a:r>
          </a:p>
          <a:p>
            <a:pPr algn="just">
              <a:lnSpc>
                <a:spcPts val="2025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contact VARCHAR(15),</a:t>
            </a:r>
          </a:p>
          <a:p>
            <a:pPr algn="just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passport_number VARCHAR(20) UNIQUE,</a:t>
            </a:r>
          </a:p>
          <a:p>
            <a:pPr algn="just">
              <a:lnSpc>
                <a:spcPts val="21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email VARCHAR(100) UNIQUE NOT NULL, password_hash VARCHAR(255) NOT NULL );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075" y="4902746"/>
            <a:ext cx="5873772" cy="81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SQL c¾jp ¾Āø« µpì ø p cäpaø ¾µ ¾  ø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passengers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øab«p,  µc«Āj µ    p«jì  ¾ä ápäì¾µa« jpøa «ì, c¾µøacø  µ ¾ä³aø ¾µ, aµj Āµ ãĀp  jpµø   päì « ¨p áaììá¾äø µĀ³bpä aµj p³a «.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6572" y="1403347"/>
            <a:ext cx="6070597" cy="3403597"/>
          </a:xfrm>
          <a:custGeom>
            <a:avLst/>
            <a:gdLst/>
            <a:ahLst/>
            <a:cxnLst/>
            <a:rect r="r" b="b" t="t" l="l"/>
            <a:pathLst>
              <a:path h="3403597" w="6070597">
                <a:moveTo>
                  <a:pt x="0" y="0"/>
                </a:moveTo>
                <a:lnTo>
                  <a:pt x="6070597" y="0"/>
                </a:lnTo>
                <a:lnTo>
                  <a:pt x="6070597" y="3403597"/>
                </a:lnTo>
                <a:lnTo>
                  <a:pt x="0" y="34035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0075" y="608514"/>
            <a:ext cx="6032011" cy="5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Table Creation: Reservations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3038" y="1566462"/>
            <a:ext cx="4220708" cy="273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CREATE TABLE reservations ( reservation_id INT AUTO_INCREMENT PRIMARY KEY, passenger_id INT, flight_id INT,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booking_date DATE,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seat_number VARCHAR(10),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class ENUM('Economy', 'Business', 'First'),</a:t>
            </a:r>
          </a:p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CFCBBF"/>
                </a:solidFill>
                <a:latin typeface="Open Sans"/>
                <a:ea typeface="Open Sans"/>
                <a:cs typeface="Open Sans"/>
                <a:sym typeface="Open Sans"/>
              </a:rPr>
              <a:t>payment_status ENUM('Paid', 'Pending'), cancellation_status ENUM('Active', 'Canceled') );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065" y="4902746"/>
            <a:ext cx="5818070" cy="81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 ì SQL c¾jp jpøa «ì ø p cäpaø ¾µ ¾  ø p </a:t>
            </a:r>
            <a:r>
              <a:rPr lang="en-US" b="true" sz="1350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reservations</a:t>
            </a: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øab«p, ìápc  Ğ µ  c¾«Ā³µì  ¾ä « µ¨ µ  áaììpµ päì aµj  «   øì, a«¾µ  Ę ø  b¾¾¨ µ  ìápc   cì aµj ìøaøĀì  µj caø¾äì.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" t="-3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075" y="1475289"/>
            <a:ext cx="5787847" cy="339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System Overview and Next Steps</a:t>
            </a:r>
          </a:p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 p jp  µpj jaøabaìp ìc p³a áä¾ė jpì a ä¾bĀìø  ¾Āµjaø ¾µ  ¾ä a  «   ø äpìpäėaø ¾µ ìĞìøp³, pµìĀä µ  jaøa  µøp ä øĞ aµj p   c pµø ¾ápäaø ¾µì. T p  µøpäc¾µµpcøpj øab«pì a««¾Ę  ¾ä c¾³áäp pµì ėp ³aµa p³pµø ¾   «   øì,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áaììpµ päì, aµj b¾¾¨ µ ì.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Npĝø ìøpáì  µc«Ājp  ³á«p³pµø µ   ¾äp  µ ¨pĞ c¾µìøäa µøì ø¾ pµ ¾äcp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äp«aø ¾µì  áì bpøĘppµ øab«pì, jpėp«¾á µ  API pµjá¾ µøì  ¾ä jaøa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 µøpäacø ¾µ, aµj bĀ «j µ  a Āìpä  µøpä acp  ¾ä ìpa³«pìì Āìpä pĝápä pµcp.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DAGpjZRPHtk</dc:identifier>
  <dcterms:modified xsi:type="dcterms:W3CDTF">2011-08-01T06:04:30Z</dcterms:modified>
  <cp:revision>1</cp:revision>
  <dc:title>Database-Schema-for-Flight-Reservation-System.pdf</dc:title>
</cp:coreProperties>
</file>